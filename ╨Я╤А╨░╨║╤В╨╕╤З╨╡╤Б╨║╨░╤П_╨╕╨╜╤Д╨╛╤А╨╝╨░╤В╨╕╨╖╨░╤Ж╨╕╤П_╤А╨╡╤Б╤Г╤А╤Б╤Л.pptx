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75" r:id="rId8"/>
    <p:sldId id="264" r:id="rId9"/>
    <p:sldId id="277" r:id="rId10"/>
    <p:sldId id="278" r:id="rId11"/>
    <p:sldId id="279" r:id="rId12"/>
    <p:sldId id="280" r:id="rId13"/>
    <p:sldId id="284" r:id="rId14"/>
    <p:sldId id="285" r:id="rId15"/>
    <p:sldId id="286" r:id="rId16"/>
    <p:sldId id="281" r:id="rId17"/>
    <p:sldId id="282" r:id="rId18"/>
    <p:sldId id="287" r:id="rId19"/>
    <p:sldId id="288" r:id="rId20"/>
    <p:sldId id="289" r:id="rId21"/>
    <p:sldId id="290" r:id="rId22"/>
    <p:sldId id="291" r:id="rId23"/>
    <p:sldId id="292" r:id="rId24"/>
    <p:sldId id="293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1F8"/>
    <a:srgbClr val="E3EBF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CF1F8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2D783-11EE-47DF-8946-8C98F51033CE}" type="datetimeFigureOut">
              <a:rPr lang="ru-RU" smtClean="0"/>
              <a:pPr/>
              <a:t>22.12.2023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70F29-2D76-431B-A1E6-E8BACBD5D5A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zen.ru/a/X6ov3NfFoiMVWgED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ndmeister.com/ru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700808"/>
            <a:ext cx="89297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Часть </a:t>
            </a:r>
            <a:r>
              <a:rPr lang="en-US" sz="6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6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Информационные ресурсы </a:t>
            </a:r>
            <a:endParaRPr lang="ru-RU" sz="6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Информационные ресурсы 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785794"/>
            <a:ext cx="892975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Информационные ресурсы (ИР)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– имеющиеся в наличии запасы информации, зафиксированной на каком-либо носителе и пригодной для ее сохранения и использования.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настоящее время используется узкое и широкое понимание ИР: в узком понимании имеют в виду только сетевые ИР, доступные через компьютерные средства связи, а в широком – любую зафиксированную на традиционных или электронных носителях информацию, пригодную для сохранения и распространения. Для информационных работников профессионально значимо широкое понимание.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Информационные ресурсы – это отдельные документы и отдельные массивы документов, документы и массивы документов в информационных системах (библиотеках, архивах, фондах, базах данных и других информационных системах)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Под 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информационными массивами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понимают обычно упорядоченное множество элементов (документов и/или данных), к которым возможен индивидуальный доступ. В настоящее время чисто количественно информационные массивы составляют подавляющую часть информационных ресурсов. Наиболее яркими представителями этих массивов являются обычные базы данных, библиотечные или архивные фонды.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Информационные ресурсы 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571480"/>
            <a:ext cx="89297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Классификация информационных ресурсов: </a:t>
            </a: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По содержанию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информация общественно-политическая, правовая, финансово-экономическая; данные о предприятиях, персональные данные и проч.</a:t>
            </a: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По источнику ИР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официальная информация, опубликованная, статистическая отчетность, результаты измерений, испытаний и проч.;</a:t>
            </a: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По принадлежности ИР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к определенной организационной или информационной системе: например, ресурсы архивные, библиотечные, МВД, МЧС, НТИ и др.;</a:t>
            </a: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По форме собственности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государственная (федеральная, субъекта федерации), муниципальная; собственность общественных организаций; акционерная, частная, а также указание на владельца;</a:t>
            </a: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По характеру использования ИР (назначению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): ИР массовые, межведомственные, региональные, внутрифирменные, личные и др.;</a:t>
            </a: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По открытости информации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открытая, секретная, конфиденциальная;</a:t>
            </a: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По форме представления информации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текстовая, графическая,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мультимедийная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др.;</a:t>
            </a: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По носителю ИР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электронный, бумажный и др.</a:t>
            </a: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По способу распространения информации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сети (глобальные, локальные), издания и др.;</a:t>
            </a: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По естественному языку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на котором представлена информация.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Кроме того, важнейшими характеристиками ИР являются такие трудно формализуемые параметры, как полнота, достоверность, актуальность и значимость содержащейся в них информации.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Информационные ресурсы 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571480"/>
            <a:ext cx="89297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Государственные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информационные ресурсы обеспечивают выполнение задач государственного управления; обеспечения прав и безопасности граждан; поддержки социально-экономического развития страны, развития культуры, науки, образования и т.д.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Государственные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информационные ресурсы могут быть разделены на две группы: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1) информационные ресурсы, предназначенные для решения задач конкретного органа управления определенного звена;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2) информационные ресурсы, ориентированные на внешнего пользователя.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Ресурсы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второй группы формируются информационно-аналитическими структурами. Если они имеют общее методическое руководство, схожие задачи, решаемые на основе единых нормативных документов, то они могут быть названы государственными информационными системами.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таким системам, имеющим межведомственный, универсальный характер, могут быть отнесены: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= библиотечная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сеть Российской Федерации;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= архивный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фонд Российской Федерации;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= государственная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система статистики;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= государственная система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научно-технической информации.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Библиотечная сеть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РФ насчитывает свыше 150 тыс. библиотек.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Информационные ресурсы 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571480"/>
            <a:ext cx="89297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Информационные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ресурсы являются базой для создания </a:t>
            </a:r>
            <a:r>
              <a:rPr lang="ru-RU" b="1" u="sng" dirty="0">
                <a:latin typeface="Times New Roman" pitchFamily="18" charset="0"/>
                <a:cs typeface="Times New Roman" pitchFamily="18" charset="0"/>
              </a:rPr>
              <a:t>информационных продуктов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. Любой информационный продукт отражает информационную модель его производителя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(автора) и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воплощает его собственное представление о конкретной предметной области, для которой он создан.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Информационный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продукт, являясь результатом интеллектуальной деятельности человека, должен быть зафиксирован на материальном носителе любого физического свойства в виде документов, статей, обзоров, программ, книг и т. д.</a:t>
            </a:r>
          </a:p>
          <a:p>
            <a:pPr algn="just"/>
            <a:r>
              <a:rPr lang="ru-RU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Информационный продукт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– это совокупность данных, сформированная производителем для распространения в вещественной или невещественной форме.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Информационный продукт может распространяться такими же способами, как и любой другой материальный продукт, с помощью услуг.</a:t>
            </a:r>
          </a:p>
          <a:p>
            <a:pPr algn="just"/>
            <a:r>
              <a:rPr lang="ru-RU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Информационная </a:t>
            </a:r>
            <a:r>
              <a:rPr lang="ru-RU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услуга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– это услуга, ориентированная на удовлетворение информационных потребностей человека путем предоставления информационных продуктов. В узком смысле информационная услуга часто воспринимается как услуга, получаемая с помощью компьютеров, хотя на самом деле это понятие намного шире.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При предоставлении услуги заключается соглашение (договор) между двумя сторонами – предоставляющей и потребляющей услугу. В договоре указываются срок ее использования и соответствующее этому вознаграждение.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Информационные ресурсы 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571480"/>
            <a:ext cx="89297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Информационные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услуги возникают только при наличии баз данных в компьютерном или некомпьютерном варианте.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Под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базой данных понимают совокупность связанных данных, правила организации которых основаны на общих принципах описания данных, хранения данных и манипулирования данными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Базы данных являются источником и своего рода полуфабрикатом при подготовке информационных услуг соответствующими службами.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Базы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данных, хотя они так и не назывались, существовали и до компьютерного периода в библиотеках, архивах, фондах, справочных бюро и других подобных организациях. В них содержатся всевозможные сведения о событиях, явлениях, объектах, процессах, публикациях и т. п. С появлением компьютеров существенно увеличиваются объемы хранимых баз данных и соответственно расширяется круг информационных услуг.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Информационные ресурсы 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571480"/>
            <a:ext cx="89297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Совокупность средств, методов и условий, позволяющих использовать информационные ресурсы, составляет </a:t>
            </a:r>
            <a:r>
              <a:rPr lang="ru-RU" b="1" u="sng" dirty="0">
                <a:latin typeface="Times New Roman" pitchFamily="18" charset="0"/>
                <a:cs typeface="Times New Roman" pitchFamily="18" charset="0"/>
              </a:rPr>
              <a:t>информационный потенциал общества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не только весь индустриально–технологический комплекс производства современных средств и методов обработки и передачи информации, но также сеть научно–исследовательских, учебных, административных, коммерческих и других организаций, обеспечивающих информационное обслуживание на базе современной информационной технологии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u="sng" dirty="0">
                <a:latin typeface="Times New Roman" pitchFamily="18" charset="0"/>
                <a:cs typeface="Times New Roman" pitchFamily="18" charset="0"/>
              </a:rPr>
              <a:t>Инфраструктура информационного рынка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– совокупность секторов, каждый из которых объединяет группу людей или организаций, предлагающих однородные информационные продукты 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услуги: 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Информационные ресурсы 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 descr="https://helpiks.org/helpiksorg/baza7/992836395275.files/image0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571480"/>
            <a:ext cx="6643734" cy="6115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16632"/>
            <a:ext cx="89297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Часть </a:t>
            </a:r>
            <a:r>
              <a:rPr lang="en-US" sz="6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ru-RU" sz="6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ctr"/>
            <a:r>
              <a:rPr lang="ru-RU" sz="5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Цифровые инструменты</a:t>
            </a:r>
          </a:p>
          <a:p>
            <a:pPr algn="ctr"/>
            <a:r>
              <a:rPr lang="ru-RU" sz="5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Цифровые сервисы</a:t>
            </a:r>
          </a:p>
          <a:p>
            <a:pPr algn="ctr"/>
            <a:r>
              <a:rPr lang="ru-RU" sz="5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Цифровые ресурсы</a:t>
            </a:r>
          </a:p>
          <a:p>
            <a:pPr algn="ctr"/>
            <a:endParaRPr lang="ru-RU" sz="5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5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…. в образовании </a:t>
            </a:r>
            <a:endParaRPr lang="ru-RU" sz="5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ресурсы в системе образования 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785794"/>
            <a:ext cx="89297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Несмотря на то, что мир вступил в цифровую эпоху своего развития, а в системе образования в течение нескольких десятилетий бурно идут процессы информатизации и цифровой трансформации, в научно-педагогической среде до сих пор нет устоявшихся подходов к применению казалось бы ставшими привычными терминов: «цифровые инструменты в образовании», «цифровые сервисы в образовании», «цифровые образовательные ресурсы».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 этому поводу написаны сотни диссертаций, монографий, книг и статей. При этом авторы зачастую вольно трактуют эти термины, что вносит определённую сумятицу в понимании сути этих понятий и адекватном использовании их в педагогической практике.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Попробуем разобраться в этом вопросе, так как в нашем курсе «Информационно-компьютерные технологии в профессиональной деятельности» (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читай – в педагогической!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и в последующих методических курсах по вашей специальности эти термины будут довольно часто встречаться в разных контекстах.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ресурсы в системе образования 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785794"/>
            <a:ext cx="892975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Рассмотрим достаточно широкое и неоднозначное понятие «Цифровые инструменты в образовании».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Вначале рассмотрим суть понятия «инструмент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вне цифрового контекста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Есть несколько подходов к его определению: 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Инструме́нт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(лат.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instrumentum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— орудие) - технологическая оснастка, которая воздействует на предметы труда и изменяет их. Предмет, орудие для производства каких-нибудь работ. Например, слесарные, хирургические инструменты. А также алгоритмы, используемые для целевого воздействия на объект: его изменения или измерения в целях достижения полезного эффекта.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Инструмент - орудие или техническое приспособление для выполнения специализированных задач по обеспечению взаимного расположения, движения, либо взаимодействия предметов (например, бензиновый триммер — удобный инструмент для ухода за приусадебным участком).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Инструмент - совокупность орудий для определённого вида профессиональной деятельности (например, напильники, бруски, оселки являются неотъемлемой частью комплекта плотницкого инструмента).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русском языке слова «инструмент» и «орудие» являются синонимами. 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инструменты, сервисы и ресурсы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785794"/>
            <a:ext cx="892975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широком смысле «инструмент» -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целевое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средство воздействия на объект, преобразования и создания объекта.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 этом следует различать само «орудие» («приспособление» и вспомогательный материал: при стирке белья стиральная доска - инструмент, а стиральный порошок - нет; при шитье игла - инструмент, а нить - нет. Один и тот же предмет может проявлять себя и как инструмент, и как вспомогательный материал. Нить, используемая как гигиеническое средство, - инструмент, а нить при шитье - вспомогательный материал.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Основные характеристические признаки понятия «инструмент»: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1) Во-первых, любой инструмент предназначен для расширения возможности человека воздействовать на объекты окружающей среды, изменять их, придавая им новые качества и помогая ему выполнить определенную задачу: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плотник использует в качестве инструмента топор, молоток для изготовления табурета (гвозди при этом выступают в качестве расходного материала);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автослесарь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использует гаечные ключи для ремонта двигателя;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художник использует кисти для рисования портрета;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электрик использует отвёртку для ремонта выключателя;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и т.д.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любом случае, с помощью инструментов специалисты, воздействуя на объект приложения своих умений, обеспечивают получение нового качества объектов.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548680"/>
            <a:ext cx="89297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Рассмотрим пример: дачник хочет вскопать огород. Для этого ему нужен соответствующий инструмент (например, лопата) или он может  обратиться к кому-либо (тракторист из соседней деревни по «скромной цене», индивидуальный предприниматель, оказывающий услуги по вспашке огородов) с просьбой оказать услугу по вскопке огорода. 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Допустим, дачник решил вскопать огород сам с помощью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чудо-лопаты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dzen.ru/a/X6ov3NfFoiMVWgED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), которой у него нет: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54820" y="2492896"/>
            <a:ext cx="1981676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0" y="2420888"/>
            <a:ext cx="70202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Есть выбор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А) Лопату можно  изготовить самому по чертежам или по образцу с применением инструментов (пила по металлу, напильник, тиски, сварочный аппарат и др.) и с использованием расходных материалов (куски труб, арматура разного профиля  и др.);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Б) «Чудо-лопату» можно занять на время у соседа по даче;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В) «Чудо-лопату» можно купить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Интернет-магазине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365104"/>
            <a:ext cx="90364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В случае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I (A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Цель: Изготовить лопату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вскопки огорода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Инструменты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изготовления лопаты: пила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 металлу, напильник, тиски, сварочный аппарат и др.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Конечный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продукт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(то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что было произведено, создано или получено в результате какого-либо процесса или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действия):  лопата.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Лопата, в свою очередь, на следующем этапе (вскопка грядок) будет выступать сама инструментом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вскопки дачного участка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785794"/>
            <a:ext cx="892975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Таким образом, мы видим, что лопата может выступать как продукт некоторого процесса с использованием каких-либо инструментов, с одной стороны, и как инструмент для решения другой задачи – вскопки огорода. </a:t>
            </a:r>
          </a:p>
          <a:p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случае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Б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Цель: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Взять лопату взаймы у соседа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вскопки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огорода. В этом случае дачник получает услугу со стороны соседа, любезно предоставившим ему во временное пользование лопату.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Услуга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(от англ. </a:t>
            </a:r>
            <a:r>
              <a:rPr lang="en-US" dirty="0" smtClean="0"/>
              <a:t>service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-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действие или деятельность, совершённые одним лицом (физическим или юридическим) в интересах другого лица. Услуга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(сервис) -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блага, предоставляемые в форме деятельности. Услуга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(сервис) -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кратковременное пользование материальным благом без права бессрочного владения им (аренда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Полученная по временное пользование от соседа «чудо-лопата» по-прежнему играет роль инструмента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вскопки огорода.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случае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Цель: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Приобрести лопату в своё пользование в магазине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последующей вскопки огорода.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Приобретя лопату в своё пользование, дачник будет использовать её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обработки своего дачного участка в качестве инструмента. 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785794"/>
            <a:ext cx="892975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Допустим,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дачник имеет противопоказания к физическому труду и хочет воспользоваться услугами (сервисом) специализированной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аутсорсинговой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организации (или частника-тракториста из соседнего села) для вскопки огорода. В этом случае ему не нужен инструмент (лопата), а в итоге за определённую плату он получает соответствующий сервис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сервис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особый вид человеческой деятельности, который направлен на удовлетворение потребностей клиента путем оказания услуг, востребованных отдельными людьми, социальными группами или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организациями).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Данный пример наглядно иллюстрирует, что понятия «инструмент», «сервис», «продукт» (в смысле результата деятельности) относительные и могут применяться к характеристике конкретной ситуации с учётом целевого контекста (ответ на вопросы – «для чего»? «с какой целью»).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Аналогично, если человеку нужно, допустим, перевезти семью от своего дома к месту отдыха на море, он может взять машину напрокат (услуги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каршеринга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), либо воспользоваться своей машиной, если она есть (инструмент для доставки пассажиров), либо купить машину в своё пользование и организовать отдых семьи на природе. А ещё можно заказать такси или персонального водителя.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первом и третьем случае он воспользуется сервисом (услугой сторонней организации или частного лица), во втором – он будет использовать машину как инструмент.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785794"/>
            <a:ext cx="89297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Что же такое «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цифровые инструменты», «цифровые сервисы» и «цифровые ресурсы»?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Цифровые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инструменты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(безотносительно к сфере профессиональной деятельности) -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различное программное обеспечение, приложения и устройства, которые используются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специалистами для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работы с цифровыми данными. Они позволяют пользователям создавать, редактировать, хранить, обрабатывать и передавать информацию в цифровом формате.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Цифровые инструменты позволяют облегчить выполнение своих профессиональных задач, сделать свою сферу деятельности более производительной и эффективной.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Цифровые инструменты - это в основном не что иное, как инструменты, которые используются в различных областях человеческой деятельности для улучшения совместной работы и различных бизнес-процессов — в цифровом виде, конечно.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 цифровых инструментов: текстовые и табличные процессоры, графические редакторы,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флэш-накопители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облачные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файлообменники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программное обеспечение для видеомонтажа и т.д. В каждой отрасли, в каждой конкретной жизненной ситуации могут использоваться различные цифровые инструменты – как универсальные, так и специфические, предназначенные для использования в соответствующей профессиональной деятельности,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напрример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- образовательной.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548680"/>
            <a:ext cx="892975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системе образования также применяются цифровые инструменты, ряд из которых достаточно специфичные. 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сегодняшний день существует огромное количество цифровых инструментов для организации совместной деятельности, осуществления обратной связи, создания цифровой образовательной среды, организации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онлайн-уроков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 Наиболее популярными из них являются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Padlet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Mentimeter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Google Form,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Plickers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Kahoot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Quizizz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Google Classroom, Learning Apps, Microsoft Teams, Zoom, Skype.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Цифровые инструменты в образовании -  это подгруппа цифровых технологий, которые разрабатываются для развития качества, скорости и привлекательности передачи информации в преподавании и обучении: электронные учебные системы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GoogleClassroom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ЯндексУчебник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Stepik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Canvas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), социальные сети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ВКонтакте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видеосервисы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Ru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Tube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), платформы для работы с графикой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Pictochart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Canva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и создания игровых учебных материалов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LearningApps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и т.д.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Важно понимать, что  в отрасли «Образование» выделяется несколько категорий субъектов сферы образования – педагогические работники, обучающиеся, родители (лица их заменяющие), управленцы, методисты, технические работники. Для каждой категории субъектов сферы образования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примиеняются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свои специфические цифровые инструменты.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lvl="3"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lvl="3"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548680"/>
            <a:ext cx="892975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Нужно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отличать цифровые инструменты от цифровых сервисов. </a:t>
            </a:r>
          </a:p>
          <a:p>
            <a:pPr algn="just"/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Цифровой сервис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- это совокупность услуг, обеспечивающая пользователям возможность удаленной работы с определенными информационными ресурсами, не наделяющая их правом собственности на данные ресурсы.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Пользователи по предварительной договоренности с собственником ресурса оплачивают услугу либо пользуются ей безвозмездно, создавая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взамен, например, определенный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позитивный эффект для собственника сервиса.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Ещё одно определение (безотносительно к конкретной отрасли человеческой деятельности):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цифровые сервисы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- это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телекоммуникационные услуги, основанные на использовании технологий цифровой передачи данных. Они включают в себя широкий спектр услуг, таких как интернет, мобильная связь, IP-телефония, видеоконференции, облачные сервисы и другие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Приведём примеры известных Вам цифровых сервисов в образовании: </a:t>
            </a:r>
          </a:p>
          <a:p>
            <a:pPr marL="342900" indent="-342900" algn="just">
              <a:buAutoNum type="arabicPeriod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________________________________________________ 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AutoNum type="arabicPeriod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________________________________________________ 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AutoNum type="arabicPeriod" startAt="3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________________________________________________  </a:t>
            </a:r>
          </a:p>
          <a:p>
            <a:pPr marL="342900" indent="-342900" algn="just">
              <a:buAutoNum type="arabicPeriod" startAt="3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________________________________________________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lvl="3"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lvl="3"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548680"/>
            <a:ext cx="89297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Следующее понятие –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цифровой образовательный ресурс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ЦОР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или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электронный образовательный ресурс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ЭОР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наиболее общем виде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под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ЦОР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ЭОР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понимают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информационные ресурсы, предназначенные для образовательных целей и представленные в цифровой форме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Но есть и официальное определение. 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Согласно ГОСТ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52653-2006 (введён в действие приказом Федерального агентства по техническому регулированию и метрологии» от 27 декабря 2006 года </a:t>
            </a:r>
            <a:br>
              <a:rPr lang="ru-RU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№ 419-ст «Об утверждении национального стандарта»)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ЭОР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представляет собой образовательный ресурс, представленный в электронно-цифровой форме и включающий в себя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структуру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предметное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содержание 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iii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метаданные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 них.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ЭОР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может включать в себя данные, информацию, программное обеспечение, необходимые для его использования в процессе обучения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 практике не только учителя, но и авторы научных работ и методических документов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употребляя термины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«Цифровые инструменты в образовании», «Цифровые сервисы в образовании» и «Цифровые образовательные ресурсы» применительно к имеющимся программно-техническим средствам, не всегда акцентируют внимание на целевой 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адресно-персонализированный контекст:</a:t>
            </a:r>
          </a:p>
          <a:p>
            <a:pPr lvl="2"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 кто использует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то или иное программно-техническое средство? 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lvl="2" algn="just">
              <a:buFontTx/>
              <a:buChar char="-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для чего используются то или иное программно-техническое средство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lvl="2"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 между тем учёт целевого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адресно-персонализированного контекста играет весьма значительную роль.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548680"/>
            <a:ext cx="89297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Рассмотрим примеры: </a:t>
            </a:r>
          </a:p>
          <a:p>
            <a:pPr algn="just"/>
            <a:endParaRPr lang="ru-RU" b="1" u="sng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Пример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 подготовке к уроку учитель использует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платформу </a:t>
            </a:r>
            <a:r>
              <a:rPr lang="ru-RU" b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MindMeister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www.mindmeister.com/ru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для создания наглядной и красочной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интеллект-карты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которую учитель планирует использовать на этапе объяснения нового материала на предстоящем уроке.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данном случае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платформа </a:t>
            </a:r>
            <a:r>
              <a:rPr lang="ru-RU" b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MindMeister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выступает в качестве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цифрового сервиса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цифрового инструмента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Изготовленная с помощью этого сервиса и инструмента ментальная карта является готовым цифровым продуктом (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цифровым (электронным) ресурсом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), который будет использован учителем на уроке в качестве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цифрового инструмента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ДЛЯ решения педагогических (дидактических) задач при объяснении нового материала.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Если же, в процессе обучения школьников учитель посчитает необходимым реализовать определённый фрагмент урока с активным участием обучающихся на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платформе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MindMeister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качестве разработчиков своих ученических ментальных карт, то по отношению к учащимся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платформа </a:t>
            </a:r>
            <a:r>
              <a:rPr lang="ru-RU" b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MindMeister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будет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цифровым инструментом и сервисом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ДЛЯ создания ментальных карт, выполненные учениками ментальные карты будут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цифровыми продуктами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а для учителя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платформа </a:t>
            </a:r>
            <a:r>
              <a:rPr lang="ru-RU" b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MindMeister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будет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выполнять роль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цифрового инструмента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ДЛЯ формирования к школьников определенных умений и компетенций.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06" y="548680"/>
            <a:ext cx="892975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Мы видим, что одна и та же платформа </a:t>
            </a:r>
            <a:r>
              <a:rPr lang="ru-RU" b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MindMeister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может выполнять: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роль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цифрового сервиса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 этапе подготовки к уроку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изготовления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учителем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цифрового образовательного ресурса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для последующего использования на уроке;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роль 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цифрового инструмента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на уроке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использования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учителем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заранее изготовленного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цифрового образовательного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ресурса в педагогических целях;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роль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цифрового образовательного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ресурса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изготовленного учителем заблаговременно с помощью цифрового сервиса платформы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школьников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на этапе объяснения нового материала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решения педагогических задач. 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роль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цифрового инструмента и сервиса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учащихся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если они сами составляют ментальные карты на уроке, выполняя задание учителя;</a:t>
            </a:r>
          </a:p>
          <a:p>
            <a:pPr algn="just">
              <a:buFontTx/>
              <a:buChar char="-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роль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цифрового инструмента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ДЛЯ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решения 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учителем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педагогических задач при самостоятельном выполнении школьниками заданий по изготовлению ментальных карт на платформе. </a:t>
            </a:r>
          </a:p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(при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желани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можно найти некоторую аналогию с примерами про лопату)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Именно поэтому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целевой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(ДЛЯ ЧЕГО?, ДЛЯ КАКОЙ ПЕДАГОГИЧЕСКОЙ ИЛИ ТЕХНИЧЕСКОЙ ЗАДАЧИ?) 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адресно-персонализированный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контекст (ДЛЯ КОГО?).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 именно поэтому трудно составить исчерпывающие списки цифровых инструментов, цифровых сервисов и цифровых ресурсов в системе образования!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496" y="548680"/>
            <a:ext cx="89297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Пример 2.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Во время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педагогической практики студент запланировал на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одном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из уроков провести тест со школьниками, для чего заранее на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платформе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Online 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Test 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Pad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разрабатывает замысловаты тест.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Обсудите и сформулируйте ответы на следующие вопросы: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1) В какой роли выступает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платформа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Online Test Pad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 этапе разработки студентом теста (ДЛЯ студента)? ______________________________________________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2) К какой категории понятий можно отнести изготовленный студентом тест на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платформе «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Online Test Pad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ДЛЯ последующего использования на уроке? ________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3) Правильным ли будет утверждение, что на уроке во время прохождения школьниками теста 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платформе «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Online Test Pad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платформа будет выступать в роли цифрового сервиса? ___________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3) Правильным ли будет утверждение, что на уроке во время прохождения школьниками теста  на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платформе «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Online Test Pad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платформа будет выступать в роли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цифрового инструмента?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___________ </a:t>
            </a:r>
          </a:p>
          <a:p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496" y="548680"/>
            <a:ext cx="892975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Пример 3.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Учитель решил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подготовить красочную интерактивную презентацию с использованием программы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PowerPoint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из пакета офисных приложений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Microsoft Office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для использования на уроке объяснения нового материала. Презентация будет включать в себя текст (взятый учителем из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Википедии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»), картинки и фотографии (взятые учителем из интернета).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Обсудите и сформулируйте ответы на следующие вопросы: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1) В какой роли выступает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программа 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PowerPoint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на этапе изготовления учителем презентации? _______________________________________________________________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2) К какой категории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рассматриваемых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понятий можно отнести изготовленную учителем презентацию для последующего использования на уроке? ______________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какой роли выступает </a:t>
            </a:r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программа </a:t>
            </a:r>
            <a:r>
              <a:rPr lang="en-US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PowerPoint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на этапе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демонстрации презентации учителем на уроке? ______________________________________________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4) Правильным ли будет утверждение, что на уроке во время демонстрации на экране презентация выполняет роль цифрового инструмента для решения дидактических задач? _______________________________________________________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5) К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какой категории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рассматриваемых понятий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можно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отнести «сырой»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контент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(текст из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Википедии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 и рисунки, картинки из интернета)?______________________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6) К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какой категории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понятий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можно отнести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форматированный текст, рисунки и картинки, включённые в состав готовой презентации? ________________________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2852"/>
            <a:ext cx="907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Цифровые инструменты, сервисы и ресурсы в системе образования 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496" y="548680"/>
            <a:ext cx="89297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Пример 4.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Усложним задачу из примера № 3: предположим, что учитель совместно с учениками готовят презентацию на внеклассное занятие с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использованием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программы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PowerPoint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из набора сервисов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программного продукта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Microsoft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365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режиме совместного доступа.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Обсудите и сформулируйте ответы на следующие вопросы: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1) В какой роли выступает программный продукт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Microsoft 365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по отношению к учителю и ученикам на этапе создания презентации? __________________________ 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2) К какой категории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рассматриваемых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понятий можно отнести изготовленную учителем совместно  с учениками презентацию для последующего использования на внеклассном мероприятии (демонстрация скачанной готовой презентации на локальный компьютер, подключённый к проектору,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оффлайн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режиме)? ______________________________________ </a:t>
            </a: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2966</Words>
  <Application>Microsoft Office PowerPoint</Application>
  <PresentationFormat>Экран (4:3)</PresentationFormat>
  <Paragraphs>217</Paragraphs>
  <Slides>24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Korol_AM</dc:creator>
  <cp:lastModifiedBy>КОроль</cp:lastModifiedBy>
  <cp:revision>227</cp:revision>
  <dcterms:created xsi:type="dcterms:W3CDTF">2020-01-23T01:33:00Z</dcterms:created>
  <dcterms:modified xsi:type="dcterms:W3CDTF">2023-12-22T00:55:09Z</dcterms:modified>
</cp:coreProperties>
</file>